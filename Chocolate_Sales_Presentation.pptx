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Chocolate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Q1-Q4 Performance Review | Data-Driven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Total Revenue: €6.18M across 1,094 transactions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Product Portfolio: 22 unique products in 6 countries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Average Deal Size: €5,652 per transaction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Key Insights: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Australia leads with €2.24M (37.5% of total revenue)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Smooth Silky Salty Bar is top product at €1.37M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Peak sales in August (€1.06M); lowest in February (€85K)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Ches Bonnell is top performer with €1.82M in sales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Revenue by Country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48495" cy="5140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Top 5 Products by Revenue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48495" cy="5143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Monthly Revenue Trends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48495" cy="5150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Sales Team 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48495" cy="5143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1. Expand Australian Market Leadership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Australia generates 37.5% of revenue—invest in market expansion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Replicate successful strategies in other regions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2. Address Seasonal Volatility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August peak (€1.06M) vs February low (€85K) shows 12x variation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Develop off-season promotions to smooth revenue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3. Leverage Top Performers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Ches Bonnell (€1.82M) and Gigi Bohling (€1.42M) lead the team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Share best practices and consider mentorship programs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4. Product Portfolio Optimization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Smooth Silky Salty Bar dominates—ensure supply chain resilience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• Consider expanding premium product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