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Paddy Power: IMC Strategy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</a:defRPr>
            </a:pPr>
            <a:r>
              <a:t>Contemporary Marketing Communications | B6BU118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Paddy Power: Irish sports betting company founded in 1988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Known for humorous, controversial marketing campaigns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IMC Strategy: Consistent, bold, cheeky "lad culture" persona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Positions brand as entertainment provider, not just bookmaker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2026 evolution: Balancing entertainment with responsible gambling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IMC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Unified Brand Voice: Cheeky, provocative persona across all channels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Omni-channel Integration: Seamless connection between shops, apps, social media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Reactive Marketing: Real-time response to cultural and sporting moments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Brand Positioning: "Mischief" personality that stands out in saturated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8000"/>
                </a:solidFill>
              </a:defRPr>
            </a:pPr>
            <a:r>
              <a:t>Advertising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"Come Out and Play" Campaign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Launch: October 2025, created by BBH agency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Cast: Danny Dyer, Coleen Rooney, Gemma Collins, Peter Crouch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Concept: "Queen Vic meets Las Vegas" - dreamlike casino scenario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Danny Dyer as "The House" - cockney casino guide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Channels: TV, Video on Demand, Social Media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Tone: Self-deprecating humor, memorable entertainment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8000"/>
                </a:solidFill>
              </a:defRPr>
            </a:pPr>
            <a:r>
              <a:t>Public Relations &amp; Social Media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 Stunts &amp; Earned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Hollywood Sign Stunt (2010 Ryder Cup): Giant hillside sign at Celtic Manor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Result: Millions saw brand without traditional advertising costs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Even Bigger 180 (2024-2026): Linked to PDC World Darts Championship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Promise: £1,000 donation per "180" score to Prostate Cancer UK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Results: Over £1 million raised, thousands of health checks encouraged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Integration: QR codes, newspaper takeovers, charitable giving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Social Media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Platforms: Instagram, X (Twitter), TikTok for real-time engagement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Content: React to live sports, humorous memes, fan engagement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Example: Katie Taylor boxing fight - video warning about toxic comments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Approach: Tap into sports culture conversations instantly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Result: Highly shareable content that reinforces brand personality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8000"/>
                </a:solidFill>
              </a:defRPr>
            </a:pPr>
            <a:r>
              <a:t>Direct Marketing &amp; Sales Promotion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Direct Marketing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Email: Personalised betting offers and updates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SMS: Targeted promotions and event reminders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Push Notifications: In-app alerts for live events and offers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Purpose: Maintain customer relationships, encourage repeat usage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Integration: Consistent messaging across all direct channels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Paddy's Rewards Club (Loyalty Program)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Qualification: Place 5+ bets of £5/€5+ (odds 1/2+) Monday-Sunday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Rewards: Free bet (£5-£50) OR Power Up token (weekly)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Power Up Tokens: Boost odds on eligible bets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Cross-channel: Online, mobile, phone, text, AND shop bets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2025 Update: Now requires opt-in for engaged participation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New Customers: Bet £5, get £30 in free bets (jumps season)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8000"/>
                </a:solidFill>
              </a:defRPr>
            </a:pPr>
            <a:r>
              <a:t>Sponsorship &amp;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Sponsorship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PDC World Darts Championship: "Even Bigger 180" campaign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First Dates Sponsorship: Extended into 2026 for cultural relevance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Strategy: Link sponsorships with charitable causes and activation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Benefit: Build brand warmth beyond sports betting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Integration: Combine with QR codes, media coverage, social amplification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Integrated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Pinball Effect: Consumers enter at unpredictable touchpoints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Campaign Flow: Stunt → PR coverage → Social amplification → Direct conversion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Consistent Messaging: Same cheeky personality across all channels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Example: Even Bigger 180 combined sponsorship, charity, QR, PR, social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Result: Unified brand experience regardless of entry point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Responsible Gambling Integration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AI-Driven Time Alerts: Remind customers of betting duration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Self-Exclusion Tools: Easy access to responsible gambling controls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Marketing Integration: Responsible messages in all campaigns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Regulatory Alignment: Meeting stricter global regulations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Brand Evolution: Balancing entertainment with corporate responsibility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Paddy Power demonstrates effective IMC through consistent brand personality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Six IMC tools work together: Advertising, PR, Social, Direct, Promotion, Sponsorship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Key Success: "Mischief" positioning creates distinctive market presence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2026 Evolution: Integrating responsible gambling with entertainment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Lesson: Successful IMC requires channels to work together, not just coexist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